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9" r:id="rId3"/>
    <p:sldId id="260" r:id="rId4"/>
    <p:sldId id="261" r:id="rId5"/>
    <p:sldId id="262" r:id="rId6"/>
    <p:sldId id="263" r:id="rId7"/>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5C1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96" d="100"/>
          <a:sy n="96" d="100"/>
        </p:scale>
        <p:origin x="86" y="12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4D6DFF-0032-4026-A4A5-6EDE9F2CD6D3}" type="datetimeFigureOut">
              <a:rPr lang="nl-NL" smtClean="0"/>
              <a:t>14-9-2019</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4E60EC-2FB8-497E-B444-CC5D6D3FF4D8}" type="slidenum">
              <a:rPr lang="nl-NL" smtClean="0"/>
              <a:t>‹nr.›</a:t>
            </a:fld>
            <a:endParaRPr lang="nl-NL"/>
          </a:p>
        </p:txBody>
      </p:sp>
    </p:spTree>
    <p:extLst>
      <p:ext uri="{BB962C8B-B14F-4D97-AF65-F5344CB8AC3E}">
        <p14:creationId xmlns:p14="http://schemas.microsoft.com/office/powerpoint/2010/main" val="34904088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p>
        </p:txBody>
      </p:sp>
      <p:sp>
        <p:nvSpPr>
          <p:cNvPr id="3" name="Ond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p:cNvSpPr>
            <a:spLocks noGrp="1"/>
          </p:cNvSpPr>
          <p:nvPr>
            <p:ph type="dt" sz="half" idx="10"/>
          </p:nvPr>
        </p:nvSpPr>
        <p:spPr/>
        <p:txBody>
          <a:bodyPr/>
          <a:lstStyle/>
          <a:p>
            <a:fld id="{086FC704-4BA0-4B6C-9FF7-DBCAD757BA2C}" type="datetimeFigureOut">
              <a:rPr lang="nl-NL" smtClean="0"/>
              <a:t>14-9-2019</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201275B9-EA94-4842-BA8A-F4F32C198C1F}" type="slidenum">
              <a:rPr lang="nl-NL" smtClean="0"/>
              <a:t>‹nr.›</a:t>
            </a:fld>
            <a:endParaRPr lang="nl-NL"/>
          </a:p>
        </p:txBody>
      </p:sp>
    </p:spTree>
    <p:extLst>
      <p:ext uri="{BB962C8B-B14F-4D97-AF65-F5344CB8AC3E}">
        <p14:creationId xmlns:p14="http://schemas.microsoft.com/office/powerpoint/2010/main" val="153031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stijl te bewerken</a:t>
            </a:r>
          </a:p>
        </p:txBody>
      </p:sp>
      <p:sp>
        <p:nvSpPr>
          <p:cNvPr id="3" name="Tijdelijke aanduiding voor inhoud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10"/>
          </p:nvPr>
        </p:nvSpPr>
        <p:spPr/>
        <p:txBody>
          <a:bodyPr/>
          <a:lstStyle/>
          <a:p>
            <a:fld id="{086FC704-4BA0-4B6C-9FF7-DBCAD757BA2C}" type="datetimeFigureOut">
              <a:rPr lang="nl-NL" smtClean="0"/>
              <a:t>14-9-2019</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201275B9-EA94-4842-BA8A-F4F32C198C1F}" type="slidenum">
              <a:rPr lang="nl-NL" smtClean="0"/>
              <a:t>‹nr.›</a:t>
            </a:fld>
            <a:endParaRPr lang="nl-NL"/>
          </a:p>
        </p:txBody>
      </p:sp>
    </p:spTree>
    <p:extLst>
      <p:ext uri="{BB962C8B-B14F-4D97-AF65-F5344CB8AC3E}">
        <p14:creationId xmlns:p14="http://schemas.microsoft.com/office/powerpoint/2010/main" val="26039950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nl-NL"/>
              <a:t>Klik om stijl te bewerken</a:t>
            </a:r>
          </a:p>
        </p:txBody>
      </p:sp>
      <p:sp>
        <p:nvSpPr>
          <p:cNvPr id="3" name="Tijdelijke aanduiding vo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Klikken om de tekststijl van het model te bewerken</a:t>
            </a:r>
          </a:p>
        </p:txBody>
      </p:sp>
      <p:sp>
        <p:nvSpPr>
          <p:cNvPr id="4" name="Tijdelijke aanduiding voor datum 3"/>
          <p:cNvSpPr>
            <a:spLocks noGrp="1"/>
          </p:cNvSpPr>
          <p:nvPr>
            <p:ph type="dt" sz="half" idx="10"/>
          </p:nvPr>
        </p:nvSpPr>
        <p:spPr/>
        <p:txBody>
          <a:bodyPr/>
          <a:lstStyle/>
          <a:p>
            <a:fld id="{086FC704-4BA0-4B6C-9FF7-DBCAD757BA2C}" type="datetimeFigureOut">
              <a:rPr lang="nl-NL" smtClean="0"/>
              <a:t>14-9-2019</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201275B9-EA94-4842-BA8A-F4F32C198C1F}" type="slidenum">
              <a:rPr lang="nl-NL" smtClean="0"/>
              <a:t>‹nr.›</a:t>
            </a:fld>
            <a:endParaRPr lang="nl-NL"/>
          </a:p>
        </p:txBody>
      </p:sp>
    </p:spTree>
    <p:extLst>
      <p:ext uri="{BB962C8B-B14F-4D97-AF65-F5344CB8AC3E}">
        <p14:creationId xmlns:p14="http://schemas.microsoft.com/office/powerpoint/2010/main" val="523478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stijl te bewerken</a:t>
            </a:r>
          </a:p>
        </p:txBody>
      </p:sp>
      <p:sp>
        <p:nvSpPr>
          <p:cNvPr id="3" name="Tijdelijke aanduiding voor inhoud 2"/>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p:cNvSpPr>
            <a:spLocks noGrp="1"/>
          </p:cNvSpPr>
          <p:nvPr>
            <p:ph type="dt" sz="half" idx="10"/>
          </p:nvPr>
        </p:nvSpPr>
        <p:spPr/>
        <p:txBody>
          <a:bodyPr/>
          <a:lstStyle/>
          <a:p>
            <a:fld id="{086FC704-4BA0-4B6C-9FF7-DBCAD757BA2C}" type="datetimeFigureOut">
              <a:rPr lang="nl-NL" smtClean="0"/>
              <a:t>14-9-2019</a:t>
            </a:fld>
            <a:endParaRPr lang="nl-NL"/>
          </a:p>
        </p:txBody>
      </p:sp>
      <p:sp>
        <p:nvSpPr>
          <p:cNvPr id="6" name="Tijdelijke aanduiding voor voettekst 5"/>
          <p:cNvSpPr>
            <a:spLocks noGrp="1"/>
          </p:cNvSpPr>
          <p:nvPr>
            <p:ph type="ftr" sz="quarter" idx="11"/>
          </p:nvPr>
        </p:nvSpPr>
        <p:spPr/>
        <p:txBody>
          <a:bodyPr/>
          <a:lstStyle/>
          <a:p>
            <a:endParaRPr lang="nl-NL"/>
          </a:p>
        </p:txBody>
      </p:sp>
      <p:sp>
        <p:nvSpPr>
          <p:cNvPr id="7" name="Tijdelijke aanduiding voor dianummer 6"/>
          <p:cNvSpPr>
            <a:spLocks noGrp="1"/>
          </p:cNvSpPr>
          <p:nvPr>
            <p:ph type="sldNum" sz="quarter" idx="12"/>
          </p:nvPr>
        </p:nvSpPr>
        <p:spPr/>
        <p:txBody>
          <a:bodyPr/>
          <a:lstStyle/>
          <a:p>
            <a:fld id="{201275B9-EA94-4842-BA8A-F4F32C198C1F}" type="slidenum">
              <a:rPr lang="nl-NL" smtClean="0"/>
              <a:t>‹nr.›</a:t>
            </a:fld>
            <a:endParaRPr lang="nl-NL"/>
          </a:p>
        </p:txBody>
      </p:sp>
    </p:spTree>
    <p:extLst>
      <p:ext uri="{BB962C8B-B14F-4D97-AF65-F5344CB8AC3E}">
        <p14:creationId xmlns:p14="http://schemas.microsoft.com/office/powerpoint/2010/main" val="4073104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nl-NL"/>
              <a:t>Klik om stijl te bewerken</a:t>
            </a:r>
          </a:p>
        </p:txBody>
      </p:sp>
      <p:sp>
        <p:nvSpPr>
          <p:cNvPr id="3" name="Tijdelijke aanduiding vo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p:cNvSpPr>
            <a:spLocks noGrp="1"/>
          </p:cNvSpPr>
          <p:nvPr>
            <p:ph type="dt" sz="half" idx="10"/>
          </p:nvPr>
        </p:nvSpPr>
        <p:spPr/>
        <p:txBody>
          <a:bodyPr/>
          <a:lstStyle/>
          <a:p>
            <a:fld id="{086FC704-4BA0-4B6C-9FF7-DBCAD757BA2C}" type="datetimeFigureOut">
              <a:rPr lang="nl-NL" smtClean="0"/>
              <a:t>14-9-2019</a:t>
            </a:fld>
            <a:endParaRPr lang="nl-NL"/>
          </a:p>
        </p:txBody>
      </p:sp>
      <p:sp>
        <p:nvSpPr>
          <p:cNvPr id="8" name="Tijdelijke aanduiding voor voettekst 7"/>
          <p:cNvSpPr>
            <a:spLocks noGrp="1"/>
          </p:cNvSpPr>
          <p:nvPr>
            <p:ph type="ftr" sz="quarter" idx="11"/>
          </p:nvPr>
        </p:nvSpPr>
        <p:spPr/>
        <p:txBody>
          <a:bodyPr/>
          <a:lstStyle/>
          <a:p>
            <a:endParaRPr lang="nl-NL"/>
          </a:p>
        </p:txBody>
      </p:sp>
      <p:sp>
        <p:nvSpPr>
          <p:cNvPr id="9" name="Tijdelijke aanduiding voor dianummer 8"/>
          <p:cNvSpPr>
            <a:spLocks noGrp="1"/>
          </p:cNvSpPr>
          <p:nvPr>
            <p:ph type="sldNum" sz="quarter" idx="12"/>
          </p:nvPr>
        </p:nvSpPr>
        <p:spPr/>
        <p:txBody>
          <a:bodyPr/>
          <a:lstStyle/>
          <a:p>
            <a:fld id="{201275B9-EA94-4842-BA8A-F4F32C198C1F}" type="slidenum">
              <a:rPr lang="nl-NL" smtClean="0"/>
              <a:t>‹nr.›</a:t>
            </a:fld>
            <a:endParaRPr lang="nl-NL"/>
          </a:p>
        </p:txBody>
      </p:sp>
    </p:spTree>
    <p:extLst>
      <p:ext uri="{BB962C8B-B14F-4D97-AF65-F5344CB8AC3E}">
        <p14:creationId xmlns:p14="http://schemas.microsoft.com/office/powerpoint/2010/main" val="3500524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stijl te bewerken</a:t>
            </a:r>
          </a:p>
        </p:txBody>
      </p:sp>
      <p:sp>
        <p:nvSpPr>
          <p:cNvPr id="3" name="Tijdelijke aanduiding voor datum 2"/>
          <p:cNvSpPr>
            <a:spLocks noGrp="1"/>
          </p:cNvSpPr>
          <p:nvPr>
            <p:ph type="dt" sz="half" idx="10"/>
          </p:nvPr>
        </p:nvSpPr>
        <p:spPr/>
        <p:txBody>
          <a:bodyPr/>
          <a:lstStyle/>
          <a:p>
            <a:fld id="{086FC704-4BA0-4B6C-9FF7-DBCAD757BA2C}" type="datetimeFigureOut">
              <a:rPr lang="nl-NL" smtClean="0"/>
              <a:t>14-9-2019</a:t>
            </a:fld>
            <a:endParaRPr lang="nl-NL"/>
          </a:p>
        </p:txBody>
      </p:sp>
      <p:sp>
        <p:nvSpPr>
          <p:cNvPr id="4" name="Tijdelijke aanduiding voor voettekst 3"/>
          <p:cNvSpPr>
            <a:spLocks noGrp="1"/>
          </p:cNvSpPr>
          <p:nvPr>
            <p:ph type="ftr" sz="quarter" idx="11"/>
          </p:nvPr>
        </p:nvSpPr>
        <p:spPr/>
        <p:txBody>
          <a:bodyPr/>
          <a:lstStyle/>
          <a:p>
            <a:endParaRPr lang="nl-NL"/>
          </a:p>
        </p:txBody>
      </p:sp>
      <p:sp>
        <p:nvSpPr>
          <p:cNvPr id="5" name="Tijdelijke aanduiding voor dianummer 4"/>
          <p:cNvSpPr>
            <a:spLocks noGrp="1"/>
          </p:cNvSpPr>
          <p:nvPr>
            <p:ph type="sldNum" sz="quarter" idx="12"/>
          </p:nvPr>
        </p:nvSpPr>
        <p:spPr/>
        <p:txBody>
          <a:bodyPr/>
          <a:lstStyle/>
          <a:p>
            <a:fld id="{201275B9-EA94-4842-BA8A-F4F32C198C1F}" type="slidenum">
              <a:rPr lang="nl-NL" smtClean="0"/>
              <a:t>‹nr.›</a:t>
            </a:fld>
            <a:endParaRPr lang="nl-NL"/>
          </a:p>
        </p:txBody>
      </p:sp>
    </p:spTree>
    <p:extLst>
      <p:ext uri="{BB962C8B-B14F-4D97-AF65-F5344CB8AC3E}">
        <p14:creationId xmlns:p14="http://schemas.microsoft.com/office/powerpoint/2010/main" val="1345958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fld id="{086FC704-4BA0-4B6C-9FF7-DBCAD757BA2C}" type="datetimeFigureOut">
              <a:rPr lang="nl-NL" smtClean="0"/>
              <a:t>14-9-2019</a:t>
            </a:fld>
            <a:endParaRPr lang="nl-NL"/>
          </a:p>
        </p:txBody>
      </p:sp>
      <p:sp>
        <p:nvSpPr>
          <p:cNvPr id="3" name="Tijdelijke aanduiding voor voettekst 2"/>
          <p:cNvSpPr>
            <a:spLocks noGrp="1"/>
          </p:cNvSpPr>
          <p:nvPr>
            <p:ph type="ftr" sz="quarter" idx="11"/>
          </p:nvPr>
        </p:nvSpPr>
        <p:spPr/>
        <p:txBody>
          <a:bodyPr/>
          <a:lstStyle/>
          <a:p>
            <a:endParaRPr lang="nl-NL"/>
          </a:p>
        </p:txBody>
      </p:sp>
      <p:sp>
        <p:nvSpPr>
          <p:cNvPr id="4" name="Tijdelijke aanduiding voor dianummer 3"/>
          <p:cNvSpPr>
            <a:spLocks noGrp="1"/>
          </p:cNvSpPr>
          <p:nvPr>
            <p:ph type="sldNum" sz="quarter" idx="12"/>
          </p:nvPr>
        </p:nvSpPr>
        <p:spPr/>
        <p:txBody>
          <a:bodyPr/>
          <a:lstStyle/>
          <a:p>
            <a:fld id="{201275B9-EA94-4842-BA8A-F4F32C198C1F}" type="slidenum">
              <a:rPr lang="nl-NL" smtClean="0"/>
              <a:t>‹nr.›</a:t>
            </a:fld>
            <a:endParaRPr lang="nl-NL"/>
          </a:p>
        </p:txBody>
      </p:sp>
    </p:spTree>
    <p:extLst>
      <p:ext uri="{BB962C8B-B14F-4D97-AF65-F5344CB8AC3E}">
        <p14:creationId xmlns:p14="http://schemas.microsoft.com/office/powerpoint/2010/main" val="3362517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p:cNvSpPr>
            <a:spLocks noGrp="1"/>
          </p:cNvSpPr>
          <p:nvPr>
            <p:ph type="dt" sz="half" idx="10"/>
          </p:nvPr>
        </p:nvSpPr>
        <p:spPr/>
        <p:txBody>
          <a:bodyPr/>
          <a:lstStyle/>
          <a:p>
            <a:fld id="{086FC704-4BA0-4B6C-9FF7-DBCAD757BA2C}" type="datetimeFigureOut">
              <a:rPr lang="nl-NL" smtClean="0"/>
              <a:t>14-9-2019</a:t>
            </a:fld>
            <a:endParaRPr lang="nl-NL"/>
          </a:p>
        </p:txBody>
      </p:sp>
      <p:sp>
        <p:nvSpPr>
          <p:cNvPr id="6" name="Tijdelijke aanduiding voor voettekst 5"/>
          <p:cNvSpPr>
            <a:spLocks noGrp="1"/>
          </p:cNvSpPr>
          <p:nvPr>
            <p:ph type="ftr" sz="quarter" idx="11"/>
          </p:nvPr>
        </p:nvSpPr>
        <p:spPr/>
        <p:txBody>
          <a:bodyPr/>
          <a:lstStyle/>
          <a:p>
            <a:endParaRPr lang="nl-NL"/>
          </a:p>
        </p:txBody>
      </p:sp>
      <p:sp>
        <p:nvSpPr>
          <p:cNvPr id="7" name="Tijdelijke aanduiding voor dianummer 6"/>
          <p:cNvSpPr>
            <a:spLocks noGrp="1"/>
          </p:cNvSpPr>
          <p:nvPr>
            <p:ph type="sldNum" sz="quarter" idx="12"/>
          </p:nvPr>
        </p:nvSpPr>
        <p:spPr/>
        <p:txBody>
          <a:bodyPr/>
          <a:lstStyle/>
          <a:p>
            <a:fld id="{201275B9-EA94-4842-BA8A-F4F32C198C1F}" type="slidenum">
              <a:rPr lang="nl-NL" smtClean="0"/>
              <a:t>‹nr.›</a:t>
            </a:fld>
            <a:endParaRPr lang="nl-NL"/>
          </a:p>
        </p:txBody>
      </p:sp>
    </p:spTree>
    <p:extLst>
      <p:ext uri="{BB962C8B-B14F-4D97-AF65-F5344CB8AC3E}">
        <p14:creationId xmlns:p14="http://schemas.microsoft.com/office/powerpoint/2010/main" val="2087471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l-NL"/>
              <a:t>Klik op het pictogram als u een afbeelding wilt toevoegen</a:t>
            </a:r>
          </a:p>
        </p:txBody>
      </p:sp>
      <p:sp>
        <p:nvSpPr>
          <p:cNvPr id="4" name="Tijdelijke aanduiding vo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p:cNvSpPr>
            <a:spLocks noGrp="1"/>
          </p:cNvSpPr>
          <p:nvPr>
            <p:ph type="dt" sz="half" idx="10"/>
          </p:nvPr>
        </p:nvSpPr>
        <p:spPr/>
        <p:txBody>
          <a:bodyPr/>
          <a:lstStyle/>
          <a:p>
            <a:fld id="{086FC704-4BA0-4B6C-9FF7-DBCAD757BA2C}" type="datetimeFigureOut">
              <a:rPr lang="nl-NL" smtClean="0"/>
              <a:t>14-9-2019</a:t>
            </a:fld>
            <a:endParaRPr lang="nl-NL"/>
          </a:p>
        </p:txBody>
      </p:sp>
      <p:sp>
        <p:nvSpPr>
          <p:cNvPr id="6" name="Tijdelijke aanduiding voor voettekst 5"/>
          <p:cNvSpPr>
            <a:spLocks noGrp="1"/>
          </p:cNvSpPr>
          <p:nvPr>
            <p:ph type="ftr" sz="quarter" idx="11"/>
          </p:nvPr>
        </p:nvSpPr>
        <p:spPr/>
        <p:txBody>
          <a:bodyPr/>
          <a:lstStyle/>
          <a:p>
            <a:endParaRPr lang="nl-NL"/>
          </a:p>
        </p:txBody>
      </p:sp>
      <p:sp>
        <p:nvSpPr>
          <p:cNvPr id="7" name="Tijdelijke aanduiding voor dianummer 6"/>
          <p:cNvSpPr>
            <a:spLocks noGrp="1"/>
          </p:cNvSpPr>
          <p:nvPr>
            <p:ph type="sldNum" sz="quarter" idx="12"/>
          </p:nvPr>
        </p:nvSpPr>
        <p:spPr/>
        <p:txBody>
          <a:bodyPr/>
          <a:lstStyle/>
          <a:p>
            <a:fld id="{201275B9-EA94-4842-BA8A-F4F32C198C1F}" type="slidenum">
              <a:rPr lang="nl-NL" smtClean="0"/>
              <a:t>‹nr.›</a:t>
            </a:fld>
            <a:endParaRPr lang="nl-NL"/>
          </a:p>
        </p:txBody>
      </p:sp>
    </p:spTree>
    <p:extLst>
      <p:ext uri="{BB962C8B-B14F-4D97-AF65-F5344CB8AC3E}">
        <p14:creationId xmlns:p14="http://schemas.microsoft.com/office/powerpoint/2010/main" val="1700304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stijl te bewerken</a:t>
            </a:r>
          </a:p>
        </p:txBody>
      </p:sp>
      <p:sp>
        <p:nvSpPr>
          <p:cNvPr id="3" name="Tijdelijke aanduiding voor verticale tekst 2"/>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10"/>
          </p:nvPr>
        </p:nvSpPr>
        <p:spPr/>
        <p:txBody>
          <a:bodyPr/>
          <a:lstStyle/>
          <a:p>
            <a:fld id="{086FC704-4BA0-4B6C-9FF7-DBCAD757BA2C}" type="datetimeFigureOut">
              <a:rPr lang="nl-NL" smtClean="0"/>
              <a:t>14-9-2019</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201275B9-EA94-4842-BA8A-F4F32C198C1F}" type="slidenum">
              <a:rPr lang="nl-NL" smtClean="0"/>
              <a:t>‹nr.›</a:t>
            </a:fld>
            <a:endParaRPr lang="nl-NL"/>
          </a:p>
        </p:txBody>
      </p:sp>
    </p:spTree>
    <p:extLst>
      <p:ext uri="{BB962C8B-B14F-4D97-AF65-F5344CB8AC3E}">
        <p14:creationId xmlns:p14="http://schemas.microsoft.com/office/powerpoint/2010/main" val="2644088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724900" y="365125"/>
            <a:ext cx="2628900" cy="5811838"/>
          </a:xfrm>
        </p:spPr>
        <p:txBody>
          <a:bodyPr vert="eaVert"/>
          <a:lstStyle/>
          <a:p>
            <a:r>
              <a:rPr lang="nl-NL"/>
              <a:t>Klik om stijl te bewerken</a:t>
            </a:r>
          </a:p>
        </p:txBody>
      </p:sp>
      <p:sp>
        <p:nvSpPr>
          <p:cNvPr id="3" name="Tijdelijke aanduiding voor verticale tekst 2"/>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10"/>
          </p:nvPr>
        </p:nvSpPr>
        <p:spPr/>
        <p:txBody>
          <a:bodyPr/>
          <a:lstStyle/>
          <a:p>
            <a:fld id="{086FC704-4BA0-4B6C-9FF7-DBCAD757BA2C}" type="datetimeFigureOut">
              <a:rPr lang="nl-NL" smtClean="0"/>
              <a:t>14-9-2019</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201275B9-EA94-4842-BA8A-F4F32C198C1F}" type="slidenum">
              <a:rPr lang="nl-NL" smtClean="0"/>
              <a:t>‹nr.›</a:t>
            </a:fld>
            <a:endParaRPr lang="nl-NL"/>
          </a:p>
        </p:txBody>
      </p:sp>
    </p:spTree>
    <p:extLst>
      <p:ext uri="{BB962C8B-B14F-4D97-AF65-F5344CB8AC3E}">
        <p14:creationId xmlns:p14="http://schemas.microsoft.com/office/powerpoint/2010/main" val="2019488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dirty="0"/>
              <a:t>Klik om de stijl te bewerken</a:t>
            </a:r>
          </a:p>
        </p:txBody>
      </p:sp>
      <p:sp>
        <p:nvSpPr>
          <p:cNvPr id="3" name="Tijdelijke aanduiding vo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dirty="0"/>
              <a:t>Klik om de modelstijlen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6FC704-4BA0-4B6C-9FF7-DBCAD757BA2C}" type="datetimeFigureOut">
              <a:rPr lang="nl-NL" smtClean="0"/>
              <a:t>14-9-2019</a:t>
            </a:fld>
            <a:endParaRPr lang="nl-NL" dirty="0"/>
          </a:p>
        </p:txBody>
      </p:sp>
      <p:sp>
        <p:nvSpPr>
          <p:cNvPr id="5" name="Tijdelijke aanduiding voor voet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Tijdelijke aanduiding voor dia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nl-NL" dirty="0"/>
              <a:t>1</a:t>
            </a:r>
          </a:p>
        </p:txBody>
      </p:sp>
      <p:pic>
        <p:nvPicPr>
          <p:cNvPr id="9" name="Afbeelding 8"/>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0311492" y="365125"/>
            <a:ext cx="1042307" cy="624342"/>
          </a:xfrm>
          <a:prstGeom prst="rect">
            <a:avLst/>
          </a:prstGeom>
        </p:spPr>
      </p:pic>
    </p:spTree>
    <p:extLst>
      <p:ext uri="{BB962C8B-B14F-4D97-AF65-F5344CB8AC3E}">
        <p14:creationId xmlns:p14="http://schemas.microsoft.com/office/powerpoint/2010/main" val="9351733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developers.topdesk.com/documentation/index.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smallsteps.topdesk.net/tas/api/operator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endParaRPr lang="nl-NL"/>
          </a:p>
        </p:txBody>
      </p:sp>
      <p:sp>
        <p:nvSpPr>
          <p:cNvPr id="3" name="Ondertitel 2"/>
          <p:cNvSpPr>
            <a:spLocks noGrp="1"/>
          </p:cNvSpPr>
          <p:nvPr>
            <p:ph type="subTitle" idx="1"/>
          </p:nvPr>
        </p:nvSpPr>
        <p:spPr/>
        <p:txBody>
          <a:bodyPr/>
          <a:lstStyle/>
          <a:p>
            <a:endParaRPr lang="nl-NL"/>
          </a:p>
        </p:txBody>
      </p:sp>
      <p:pic>
        <p:nvPicPr>
          <p:cNvPr id="4" name="Afbeelding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8129588"/>
          </a:xfrm>
          <a:prstGeom prst="rect">
            <a:avLst/>
          </a:prstGeom>
        </p:spPr>
      </p:pic>
      <p:pic>
        <p:nvPicPr>
          <p:cNvPr id="6" name="Afbeelding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43999" y="5008060"/>
            <a:ext cx="2710249" cy="1562065"/>
          </a:xfrm>
          <a:prstGeom prst="rect">
            <a:avLst/>
          </a:prstGeom>
        </p:spPr>
      </p:pic>
      <p:sp>
        <p:nvSpPr>
          <p:cNvPr id="7" name="Title 2"/>
          <p:cNvSpPr txBox="1">
            <a:spLocks/>
          </p:cNvSpPr>
          <p:nvPr/>
        </p:nvSpPr>
        <p:spPr>
          <a:xfrm>
            <a:off x="6095999" y="-5524"/>
            <a:ext cx="6096000" cy="1957324"/>
          </a:xfrm>
          <a:prstGeom prst="rect">
            <a:avLst/>
          </a:prstGeom>
          <a:solidFill>
            <a:srgbClr val="95C151">
              <a:alpha val="74902"/>
            </a:srgbClr>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b="1" kern="1200">
                <a:solidFill>
                  <a:schemeClr val="tx1"/>
                </a:solidFill>
                <a:latin typeface="+mn-lt"/>
                <a:ea typeface="+mj-ea"/>
                <a:cs typeface="+mj-cs"/>
              </a:defRPr>
            </a:lvl1pPr>
          </a:lstStyle>
          <a:p>
            <a:r>
              <a:rPr lang="nl-NL" dirty="0" err="1">
                <a:solidFill>
                  <a:schemeClr val="bg1"/>
                </a:solidFill>
                <a:ea typeface="Verdana" panose="020B0604030504040204" pitchFamily="34" charset="0"/>
                <a:cs typeface="Verdana" panose="020B0604030504040204" pitchFamily="34" charset="0"/>
              </a:rPr>
              <a:t>Topdesk</a:t>
            </a:r>
            <a:r>
              <a:rPr lang="nl-NL" dirty="0">
                <a:solidFill>
                  <a:schemeClr val="bg1"/>
                </a:solidFill>
                <a:ea typeface="Verdana" panose="020B0604030504040204" pitchFamily="34" charset="0"/>
                <a:cs typeface="Verdana" panose="020B0604030504040204" pitchFamily="34" charset="0"/>
              </a:rPr>
              <a:t> API </a:t>
            </a:r>
            <a:r>
              <a:rPr lang="nl-NL" dirty="0" err="1">
                <a:solidFill>
                  <a:schemeClr val="bg1"/>
                </a:solidFill>
                <a:ea typeface="Verdana" panose="020B0604030504040204" pitchFamily="34" charset="0"/>
                <a:cs typeface="Verdana" panose="020B0604030504040204" pitchFamily="34" charset="0"/>
              </a:rPr>
              <a:t>quick</a:t>
            </a:r>
            <a:r>
              <a:rPr lang="nl-NL" dirty="0">
                <a:solidFill>
                  <a:schemeClr val="bg1"/>
                </a:solidFill>
                <a:ea typeface="Verdana" panose="020B0604030504040204" pitchFamily="34" charset="0"/>
                <a:cs typeface="Verdana" panose="020B0604030504040204" pitchFamily="34" charset="0"/>
              </a:rPr>
              <a:t> tutorial</a:t>
            </a:r>
            <a:endParaRPr lang="en-US" dirty="0">
              <a:solidFill>
                <a:schemeClr val="bg1"/>
              </a:solidFill>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9754526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Waar staat </a:t>
            </a:r>
            <a:r>
              <a:rPr lang="nl-NL" dirty="0" err="1"/>
              <a:t>Topdesk</a:t>
            </a:r>
            <a:r>
              <a:rPr lang="nl-NL" dirty="0"/>
              <a:t> API documentatie?</a:t>
            </a:r>
          </a:p>
        </p:txBody>
      </p:sp>
      <p:sp>
        <p:nvSpPr>
          <p:cNvPr id="3" name="Tijdelijke aanduiding voor inhoud 2"/>
          <p:cNvSpPr>
            <a:spLocks noGrp="1"/>
          </p:cNvSpPr>
          <p:nvPr>
            <p:ph idx="1"/>
          </p:nvPr>
        </p:nvSpPr>
        <p:spPr/>
        <p:txBody>
          <a:bodyPr>
            <a:normAutofit fontScale="85000" lnSpcReduction="20000"/>
          </a:bodyPr>
          <a:lstStyle/>
          <a:p>
            <a:r>
              <a:rPr lang="nl-NL" dirty="0">
                <a:hlinkClick r:id="rId2"/>
              </a:rPr>
              <a:t>https://developers.topdesk.com/documentation/index.html</a:t>
            </a:r>
            <a:endParaRPr lang="nl-NL" dirty="0"/>
          </a:p>
          <a:p>
            <a:endParaRPr lang="nl-NL" dirty="0"/>
          </a:p>
          <a:p>
            <a:r>
              <a:rPr lang="nl-NL" dirty="0"/>
              <a:t>Belangrijk om eerst bij het account wat je in </a:t>
            </a:r>
            <a:r>
              <a:rPr lang="nl-NL" dirty="0" err="1"/>
              <a:t>Topdesk</a:t>
            </a:r>
            <a:r>
              <a:rPr lang="nl-NL" dirty="0"/>
              <a:t> wil gebruiken een applicatiewachtwoord toe te voegen. Het wachtwoord wat hier wordt gegenereerd heb je straks nodig in de http </a:t>
            </a:r>
            <a:r>
              <a:rPr lang="nl-NL" dirty="0" err="1"/>
              <a:t>requests</a:t>
            </a:r>
            <a:r>
              <a:rPr lang="nl-NL" dirty="0"/>
              <a:t>.</a:t>
            </a:r>
            <a:br>
              <a:rPr lang="nl-NL" dirty="0"/>
            </a:br>
            <a:r>
              <a:rPr lang="nl-NL" dirty="0"/>
              <a:t>Klik onderaan bij je eigen instellingen op Toevoegen. Naam van de applicatie maakt niet uit. Je gebruikt de inlognaam (personeelsnummer) en wachtwoord voor de http </a:t>
            </a:r>
            <a:r>
              <a:rPr lang="nl-NL" dirty="0" err="1"/>
              <a:t>request</a:t>
            </a:r>
            <a:r>
              <a:rPr lang="nl-NL" dirty="0"/>
              <a:t>.</a:t>
            </a:r>
            <a:br>
              <a:rPr lang="nl-NL" dirty="0"/>
            </a:br>
            <a:r>
              <a:rPr lang="nl-NL" dirty="0"/>
              <a:t>Zet de http </a:t>
            </a:r>
            <a:r>
              <a:rPr lang="nl-NL" dirty="0" err="1"/>
              <a:t>authentication</a:t>
            </a:r>
            <a:r>
              <a:rPr lang="nl-NL" dirty="0"/>
              <a:t> op “Simple </a:t>
            </a:r>
            <a:r>
              <a:rPr lang="nl-NL" dirty="0" err="1"/>
              <a:t>Authentication</a:t>
            </a:r>
            <a:r>
              <a:rPr lang="nl-NL" dirty="0"/>
              <a:t>”. Username is de personeelsnummer, wachtwoord is het </a:t>
            </a:r>
            <a:r>
              <a:rPr lang="nl-NL" dirty="0" err="1"/>
              <a:t>application</a:t>
            </a:r>
            <a:r>
              <a:rPr lang="nl-NL" dirty="0"/>
              <a:t> wachtwoord wat je hebt gekregen. Methode is GET</a:t>
            </a:r>
          </a:p>
          <a:p>
            <a:endParaRPr lang="nl-NL" dirty="0"/>
          </a:p>
          <a:p>
            <a:br>
              <a:rPr lang="nl-NL" dirty="0"/>
            </a:br>
            <a:endParaRPr lang="nl-NL" dirty="0"/>
          </a:p>
        </p:txBody>
      </p:sp>
      <p:pic>
        <p:nvPicPr>
          <p:cNvPr id="4" name="Afbeelding 3">
            <a:extLst>
              <a:ext uri="{FF2B5EF4-FFF2-40B4-BE49-F238E27FC236}">
                <a16:creationId xmlns:a16="http://schemas.microsoft.com/office/drawing/2014/main" id="{9C9D2FB2-410F-4D16-B35C-9CBEA9E1BBA4}"/>
              </a:ext>
            </a:extLst>
          </p:cNvPr>
          <p:cNvPicPr>
            <a:picLocks noChangeAspect="1"/>
          </p:cNvPicPr>
          <p:nvPr/>
        </p:nvPicPr>
        <p:blipFill>
          <a:blip r:embed="rId3"/>
          <a:stretch>
            <a:fillRect/>
          </a:stretch>
        </p:blipFill>
        <p:spPr>
          <a:xfrm>
            <a:off x="1147555" y="5496753"/>
            <a:ext cx="514350" cy="476250"/>
          </a:xfrm>
          <a:prstGeom prst="rect">
            <a:avLst/>
          </a:prstGeom>
        </p:spPr>
      </p:pic>
      <p:sp>
        <p:nvSpPr>
          <p:cNvPr id="5" name="Tekstvak 4">
            <a:extLst>
              <a:ext uri="{FF2B5EF4-FFF2-40B4-BE49-F238E27FC236}">
                <a16:creationId xmlns:a16="http://schemas.microsoft.com/office/drawing/2014/main" id="{0352D8E9-358A-4DF4-9690-458633BF44BD}"/>
              </a:ext>
            </a:extLst>
          </p:cNvPr>
          <p:cNvSpPr txBox="1"/>
          <p:nvPr/>
        </p:nvSpPr>
        <p:spPr>
          <a:xfrm>
            <a:off x="1733384" y="5550212"/>
            <a:ext cx="5003934" cy="369332"/>
          </a:xfrm>
          <a:prstGeom prst="rect">
            <a:avLst/>
          </a:prstGeom>
          <a:noFill/>
        </p:spPr>
        <p:txBody>
          <a:bodyPr wrap="none" rtlCol="0">
            <a:spAutoFit/>
          </a:bodyPr>
          <a:lstStyle/>
          <a:p>
            <a:r>
              <a:rPr lang="nl-NL" dirty="0"/>
              <a:t>Je eigen instellingen vind je rechtsboven in </a:t>
            </a:r>
            <a:r>
              <a:rPr lang="nl-NL" dirty="0" err="1"/>
              <a:t>Topdesk</a:t>
            </a:r>
            <a:endParaRPr lang="nl-NL" dirty="0"/>
          </a:p>
        </p:txBody>
      </p:sp>
    </p:spTree>
    <p:extLst>
      <p:ext uri="{BB962C8B-B14F-4D97-AF65-F5344CB8AC3E}">
        <p14:creationId xmlns:p14="http://schemas.microsoft.com/office/powerpoint/2010/main" val="480290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F1BE2C2-419A-4520-BE76-EE185E475A42}"/>
              </a:ext>
            </a:extLst>
          </p:cNvPr>
          <p:cNvSpPr>
            <a:spLocks noGrp="1"/>
          </p:cNvSpPr>
          <p:nvPr>
            <p:ph type="title"/>
          </p:nvPr>
        </p:nvSpPr>
        <p:spPr/>
        <p:txBody>
          <a:bodyPr/>
          <a:lstStyle/>
          <a:p>
            <a:r>
              <a:rPr lang="nl-NL" dirty="0"/>
              <a:t>Een lijst van meldingen opvragen</a:t>
            </a:r>
          </a:p>
        </p:txBody>
      </p:sp>
      <p:sp>
        <p:nvSpPr>
          <p:cNvPr id="3" name="Tijdelijke aanduiding voor inhoud 2">
            <a:extLst>
              <a:ext uri="{FF2B5EF4-FFF2-40B4-BE49-F238E27FC236}">
                <a16:creationId xmlns:a16="http://schemas.microsoft.com/office/drawing/2014/main" id="{6ABF4444-819A-489E-ABAB-5CAF71B14FCB}"/>
              </a:ext>
            </a:extLst>
          </p:cNvPr>
          <p:cNvSpPr>
            <a:spLocks noGrp="1"/>
          </p:cNvSpPr>
          <p:nvPr>
            <p:ph idx="1"/>
          </p:nvPr>
        </p:nvSpPr>
        <p:spPr/>
        <p:txBody>
          <a:bodyPr>
            <a:normAutofit fontScale="92500" lnSpcReduction="10000"/>
          </a:bodyPr>
          <a:lstStyle/>
          <a:p>
            <a:r>
              <a:rPr lang="nl-NL" dirty="0"/>
              <a:t>"https://smallsteps.topdesk.net/tas/api/incidents?operator="+planningID+"&amp;operator_group="+planningID+"&amp;processing_status="+processingstatusID+"&amp;start="+i.ToString</a:t>
            </a:r>
          </a:p>
          <a:p>
            <a:endParaRPr lang="nl-NL" dirty="0"/>
          </a:p>
          <a:p>
            <a:r>
              <a:rPr lang="nl-NL" dirty="0"/>
              <a:t>Je ziet hierboven dat je </a:t>
            </a:r>
            <a:r>
              <a:rPr lang="nl-NL" dirty="0" err="1"/>
              <a:t>ID’s</a:t>
            </a:r>
            <a:r>
              <a:rPr lang="nl-NL" dirty="0"/>
              <a:t> nodig hebt voor:</a:t>
            </a:r>
            <a:br>
              <a:rPr lang="nl-NL" dirty="0"/>
            </a:br>
            <a:r>
              <a:rPr lang="nl-NL" dirty="0"/>
              <a:t>- de behandelaar (operator), </a:t>
            </a:r>
            <a:br>
              <a:rPr lang="nl-NL" dirty="0"/>
            </a:br>
            <a:r>
              <a:rPr lang="nl-NL" dirty="0"/>
              <a:t>- de behandelaarsgroep (</a:t>
            </a:r>
            <a:r>
              <a:rPr lang="nl-NL" dirty="0" err="1"/>
              <a:t>operatorgroup</a:t>
            </a:r>
            <a:r>
              <a:rPr lang="nl-NL" dirty="0"/>
              <a:t>)</a:t>
            </a:r>
            <a:br>
              <a:rPr lang="nl-NL" dirty="0"/>
            </a:br>
            <a:r>
              <a:rPr lang="nl-NL" dirty="0"/>
              <a:t>- de status (</a:t>
            </a:r>
            <a:r>
              <a:rPr lang="nl-NL" dirty="0" err="1"/>
              <a:t>processing_status</a:t>
            </a:r>
            <a:r>
              <a:rPr lang="nl-NL" dirty="0"/>
              <a:t>)</a:t>
            </a:r>
          </a:p>
          <a:p>
            <a:endParaRPr lang="nl-NL" dirty="0"/>
          </a:p>
          <a:p>
            <a:r>
              <a:rPr lang="nl-NL" dirty="0"/>
              <a:t>Maar hoe krijg je deze </a:t>
            </a:r>
            <a:r>
              <a:rPr lang="nl-NL" dirty="0" err="1"/>
              <a:t>ID’s</a:t>
            </a:r>
            <a:r>
              <a:rPr lang="nl-NL" dirty="0"/>
              <a:t>: Ik heb hier een aparte workflow voor gemaakt (</a:t>
            </a:r>
            <a:r>
              <a:rPr lang="nl-NL" dirty="0" err="1"/>
              <a:t>FindID</a:t>
            </a:r>
            <a:r>
              <a:rPr lang="nl-NL" dirty="0"/>
              <a:t>)</a:t>
            </a:r>
          </a:p>
        </p:txBody>
      </p:sp>
    </p:spTree>
    <p:extLst>
      <p:ext uri="{BB962C8B-B14F-4D97-AF65-F5344CB8AC3E}">
        <p14:creationId xmlns:p14="http://schemas.microsoft.com/office/powerpoint/2010/main" val="1570433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F1BE2C2-419A-4520-BE76-EE185E475A42}"/>
              </a:ext>
            </a:extLst>
          </p:cNvPr>
          <p:cNvSpPr>
            <a:spLocks noGrp="1"/>
          </p:cNvSpPr>
          <p:nvPr>
            <p:ph type="title"/>
          </p:nvPr>
        </p:nvSpPr>
        <p:spPr/>
        <p:txBody>
          <a:bodyPr/>
          <a:lstStyle/>
          <a:p>
            <a:r>
              <a:rPr lang="nl-NL" dirty="0" err="1"/>
              <a:t>FindID</a:t>
            </a:r>
            <a:r>
              <a:rPr lang="nl-NL" dirty="0"/>
              <a:t> - </a:t>
            </a:r>
            <a:r>
              <a:rPr lang="nl-NL" dirty="0" err="1"/>
              <a:t>operatorID</a:t>
            </a:r>
            <a:endParaRPr lang="nl-NL" dirty="0"/>
          </a:p>
        </p:txBody>
      </p:sp>
      <p:sp>
        <p:nvSpPr>
          <p:cNvPr id="3" name="Tijdelijke aanduiding voor inhoud 2">
            <a:extLst>
              <a:ext uri="{FF2B5EF4-FFF2-40B4-BE49-F238E27FC236}">
                <a16:creationId xmlns:a16="http://schemas.microsoft.com/office/drawing/2014/main" id="{6ABF4444-819A-489E-ABAB-5CAF71B14FCB}"/>
              </a:ext>
            </a:extLst>
          </p:cNvPr>
          <p:cNvSpPr>
            <a:spLocks noGrp="1"/>
          </p:cNvSpPr>
          <p:nvPr>
            <p:ph idx="1"/>
          </p:nvPr>
        </p:nvSpPr>
        <p:spPr/>
        <p:txBody>
          <a:bodyPr>
            <a:normAutofit fontScale="77500" lnSpcReduction="20000"/>
          </a:bodyPr>
          <a:lstStyle/>
          <a:p>
            <a:r>
              <a:rPr lang="nl-NL" dirty="0"/>
              <a:t>Als je de </a:t>
            </a:r>
            <a:r>
              <a:rPr lang="nl-NL" dirty="0" err="1"/>
              <a:t>operatorID</a:t>
            </a:r>
            <a:r>
              <a:rPr lang="nl-NL" dirty="0"/>
              <a:t> op naam wil vinden dan roep je de volgende </a:t>
            </a:r>
            <a:r>
              <a:rPr lang="nl-NL" dirty="0" err="1"/>
              <a:t>url</a:t>
            </a:r>
            <a:r>
              <a:rPr lang="nl-NL" dirty="0"/>
              <a:t> aan met http </a:t>
            </a:r>
            <a:r>
              <a:rPr lang="nl-NL" dirty="0" err="1"/>
              <a:t>request</a:t>
            </a:r>
            <a:r>
              <a:rPr lang="nl-NL" dirty="0"/>
              <a:t>:</a:t>
            </a:r>
            <a:br>
              <a:rPr lang="nl-NL" dirty="0"/>
            </a:br>
            <a:r>
              <a:rPr lang="nl-NL" dirty="0">
                <a:hlinkClick r:id="rId2"/>
              </a:rPr>
              <a:t>https://smallsteps.topdesk.net/tas/api/operators</a:t>
            </a:r>
            <a:endParaRPr lang="nl-NL" dirty="0"/>
          </a:p>
          <a:p>
            <a:pPr marL="0" indent="0">
              <a:buNone/>
            </a:pPr>
            <a:endParaRPr lang="nl-NL" dirty="0"/>
          </a:p>
          <a:p>
            <a:pPr marL="0" indent="0">
              <a:buNone/>
            </a:pPr>
            <a:r>
              <a:rPr lang="nl-NL" dirty="0"/>
              <a:t>Dan krijg een JSON lijst terug van de eerste 10 operators. Wil je de volgende 10 operators vinden dan wordt de url:</a:t>
            </a:r>
            <a:br>
              <a:rPr lang="nl-NL" dirty="0"/>
            </a:br>
            <a:r>
              <a:rPr lang="nl-NL" dirty="0">
                <a:hlinkClick r:id="rId2"/>
              </a:rPr>
              <a:t>https://smallsteps.topdesk.net/tas/api/operators</a:t>
            </a:r>
            <a:r>
              <a:rPr lang="nl-NL" dirty="0"/>
              <a:t>?start=10</a:t>
            </a:r>
          </a:p>
          <a:p>
            <a:pPr marL="0" indent="0">
              <a:buNone/>
            </a:pPr>
            <a:endParaRPr lang="nl-NL" dirty="0"/>
          </a:p>
          <a:p>
            <a:pPr marL="0" indent="0">
              <a:buNone/>
            </a:pPr>
            <a:r>
              <a:rPr lang="nl-NL" dirty="0"/>
              <a:t>Je kunt in </a:t>
            </a:r>
            <a:r>
              <a:rPr lang="nl-NL" dirty="0" err="1"/>
              <a:t>UIPath</a:t>
            </a:r>
            <a:r>
              <a:rPr lang="nl-NL" dirty="0"/>
              <a:t> de JSON </a:t>
            </a:r>
            <a:r>
              <a:rPr lang="nl-NL" dirty="0" err="1"/>
              <a:t>Deserializen</a:t>
            </a:r>
            <a:r>
              <a:rPr lang="nl-NL" dirty="0"/>
              <a:t> en dan </a:t>
            </a:r>
            <a:r>
              <a:rPr lang="nl-NL" dirty="0" err="1"/>
              <a:t>loopen</a:t>
            </a:r>
            <a:r>
              <a:rPr lang="nl-NL" dirty="0"/>
              <a:t> over de (max 10) resultaten. Dan kun je item(“name”) vergelijken met de naam van de groep. Als deze gelijk is aan de groep die je zoekt dan is de </a:t>
            </a:r>
            <a:r>
              <a:rPr lang="nl-NL" dirty="0" err="1"/>
              <a:t>id</a:t>
            </a:r>
            <a:r>
              <a:rPr lang="nl-NL" dirty="0"/>
              <a:t> item(“</a:t>
            </a:r>
            <a:r>
              <a:rPr lang="nl-NL" dirty="0" err="1"/>
              <a:t>id</a:t>
            </a:r>
            <a:r>
              <a:rPr lang="nl-NL" dirty="0"/>
              <a:t>”).</a:t>
            </a:r>
            <a:br>
              <a:rPr lang="nl-NL" dirty="0"/>
            </a:br>
            <a:endParaRPr lang="nl-NL" dirty="0"/>
          </a:p>
          <a:p>
            <a:pPr marL="0" indent="0">
              <a:buNone/>
            </a:pPr>
            <a:r>
              <a:rPr lang="nl-NL" dirty="0"/>
              <a:t>In </a:t>
            </a:r>
            <a:r>
              <a:rPr lang="nl-NL" dirty="0" err="1"/>
              <a:t>FindID</a:t>
            </a:r>
            <a:r>
              <a:rPr lang="nl-NL" dirty="0"/>
              <a:t> wordt het getal achter start in een </a:t>
            </a:r>
            <a:r>
              <a:rPr lang="nl-NL" dirty="0" err="1"/>
              <a:t>while</a:t>
            </a:r>
            <a:r>
              <a:rPr lang="nl-NL" dirty="0"/>
              <a:t> loop steeds met 10 verhoogt. De </a:t>
            </a:r>
            <a:r>
              <a:rPr lang="nl-NL" dirty="0" err="1"/>
              <a:t>while</a:t>
            </a:r>
            <a:r>
              <a:rPr lang="nl-NL" dirty="0"/>
              <a:t> loop gaat door zolang het resultaat van de http </a:t>
            </a:r>
            <a:r>
              <a:rPr lang="nl-NL" dirty="0" err="1"/>
              <a:t>request</a:t>
            </a:r>
            <a:r>
              <a:rPr lang="nl-NL" dirty="0"/>
              <a:t> 206 teruggeeft. 206 betekent dat er nog meer dan 10 items zijn.</a:t>
            </a:r>
          </a:p>
        </p:txBody>
      </p:sp>
    </p:spTree>
    <p:extLst>
      <p:ext uri="{BB962C8B-B14F-4D97-AF65-F5344CB8AC3E}">
        <p14:creationId xmlns:p14="http://schemas.microsoft.com/office/powerpoint/2010/main" val="2724375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F1BE2C2-419A-4520-BE76-EE185E475A42}"/>
              </a:ext>
            </a:extLst>
          </p:cNvPr>
          <p:cNvSpPr>
            <a:spLocks noGrp="1"/>
          </p:cNvSpPr>
          <p:nvPr>
            <p:ph type="title"/>
          </p:nvPr>
        </p:nvSpPr>
        <p:spPr/>
        <p:txBody>
          <a:bodyPr/>
          <a:lstStyle/>
          <a:p>
            <a:r>
              <a:rPr lang="nl-NL" dirty="0"/>
              <a:t>Een selectie van meldingen krijgen</a:t>
            </a:r>
          </a:p>
        </p:txBody>
      </p:sp>
      <p:sp>
        <p:nvSpPr>
          <p:cNvPr id="3" name="Tijdelijke aanduiding voor inhoud 2">
            <a:extLst>
              <a:ext uri="{FF2B5EF4-FFF2-40B4-BE49-F238E27FC236}">
                <a16:creationId xmlns:a16="http://schemas.microsoft.com/office/drawing/2014/main" id="{6ABF4444-819A-489E-ABAB-5CAF71B14FCB}"/>
              </a:ext>
            </a:extLst>
          </p:cNvPr>
          <p:cNvSpPr>
            <a:spLocks noGrp="1"/>
          </p:cNvSpPr>
          <p:nvPr>
            <p:ph idx="1"/>
          </p:nvPr>
        </p:nvSpPr>
        <p:spPr/>
        <p:txBody>
          <a:bodyPr>
            <a:normAutofit fontScale="62500" lnSpcReduction="20000"/>
          </a:bodyPr>
          <a:lstStyle/>
          <a:p>
            <a:r>
              <a:rPr lang="nl-NL" dirty="0"/>
              <a:t>Je wil vaak beginnen met een selectie van meldingen die voldoen aan een aantal criteria. Helaas kun je niet alle velden gebruiken om te filteren. Oplossing: zet de velden waar je wel op kunt filteren, bv:</a:t>
            </a:r>
            <a:br>
              <a:rPr lang="nl-NL" dirty="0"/>
            </a:br>
            <a:r>
              <a:rPr lang="nl-NL" dirty="0"/>
              <a:t>"https://smallsteps.topdesk.net/tas/api/incidents?operator="+planningID+"&amp;operator_group="+planningID+"&amp;processing_status="+processingstatusID+"&amp;start="+i.ToString</a:t>
            </a:r>
          </a:p>
          <a:p>
            <a:pPr marL="0" indent="0">
              <a:buNone/>
            </a:pPr>
            <a:endParaRPr lang="nl-NL" dirty="0"/>
          </a:p>
          <a:p>
            <a:pPr marL="0" indent="0">
              <a:buNone/>
            </a:pPr>
            <a:r>
              <a:rPr lang="nl-NL" dirty="0"/>
              <a:t>Wil je dan op nog meer velden filteren dan moet je door alle meldingen die voldoen aan de eerste filtering lopen en vervolgens checken op de waarde van het extra veld. Ook hier kun je weer naar terugkeerwaarde 206 kijken of er meer dan 10 meldingen zijn bij de eerste aanroep (</a:t>
            </a:r>
            <a:r>
              <a:rPr lang="nl-NL" dirty="0" err="1"/>
              <a:t>i.ToString</a:t>
            </a:r>
            <a:r>
              <a:rPr lang="nl-NL" dirty="0"/>
              <a:t> bij bovenstaande is dus eerst 0, dan 10, 20, etc.) zolang er nog meldingen zijn die voldoen aan de filter waarden.</a:t>
            </a:r>
          </a:p>
          <a:p>
            <a:pPr marL="0" indent="0">
              <a:buNone/>
            </a:pPr>
            <a:endParaRPr lang="nl-NL" dirty="0"/>
          </a:p>
          <a:p>
            <a:pPr marL="0" indent="0">
              <a:buNone/>
            </a:pPr>
            <a:r>
              <a:rPr lang="nl-NL" dirty="0"/>
              <a:t>Een voorbeeld van een extra veld waar je op wil testen  (zet deze </a:t>
            </a:r>
            <a:r>
              <a:rPr lang="nl-NL" dirty="0" err="1"/>
              <a:t>if</a:t>
            </a:r>
            <a:r>
              <a:rPr lang="nl-NL" dirty="0"/>
              <a:t> binnen de </a:t>
            </a:r>
            <a:r>
              <a:rPr lang="nl-NL" dirty="0" err="1"/>
              <a:t>while</a:t>
            </a:r>
            <a:r>
              <a:rPr lang="nl-NL" dirty="0"/>
              <a:t> loop):</a:t>
            </a:r>
          </a:p>
          <a:p>
            <a:pPr marL="0" indent="0">
              <a:buNone/>
            </a:pPr>
            <a:r>
              <a:rPr lang="nl-NL" dirty="0" err="1"/>
              <a:t>If</a:t>
            </a:r>
            <a:r>
              <a:rPr lang="nl-NL" dirty="0"/>
              <a:t> (item("optionalFields2")("text3").</a:t>
            </a:r>
            <a:r>
              <a:rPr lang="nl-NL" dirty="0" err="1"/>
              <a:t>ToString.Equals</a:t>
            </a:r>
            <a:r>
              <a:rPr lang="nl-NL" dirty="0"/>
              <a:t>("Wijziging doorgeven")){</a:t>
            </a:r>
          </a:p>
          <a:p>
            <a:pPr marL="0" indent="0">
              <a:buNone/>
            </a:pPr>
            <a:r>
              <a:rPr lang="nl-NL" dirty="0"/>
              <a:t>    /* doe iets met deze melding</a:t>
            </a:r>
          </a:p>
          <a:p>
            <a:pPr marL="0" indent="0">
              <a:buNone/>
            </a:pPr>
            <a:r>
              <a:rPr lang="nl-NL" dirty="0"/>
              <a:t>}</a:t>
            </a:r>
          </a:p>
        </p:txBody>
      </p:sp>
    </p:spTree>
    <p:extLst>
      <p:ext uri="{BB962C8B-B14F-4D97-AF65-F5344CB8AC3E}">
        <p14:creationId xmlns:p14="http://schemas.microsoft.com/office/powerpoint/2010/main" val="1599636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F1BE2C2-419A-4520-BE76-EE185E475A42}"/>
              </a:ext>
            </a:extLst>
          </p:cNvPr>
          <p:cNvSpPr>
            <a:spLocks noGrp="1"/>
          </p:cNvSpPr>
          <p:nvPr>
            <p:ph type="title"/>
          </p:nvPr>
        </p:nvSpPr>
        <p:spPr/>
        <p:txBody>
          <a:bodyPr/>
          <a:lstStyle/>
          <a:p>
            <a:r>
              <a:rPr lang="nl-NL" dirty="0"/>
              <a:t>Een melding updaten</a:t>
            </a:r>
          </a:p>
        </p:txBody>
      </p:sp>
      <p:sp>
        <p:nvSpPr>
          <p:cNvPr id="3" name="Tijdelijke aanduiding voor inhoud 2">
            <a:extLst>
              <a:ext uri="{FF2B5EF4-FFF2-40B4-BE49-F238E27FC236}">
                <a16:creationId xmlns:a16="http://schemas.microsoft.com/office/drawing/2014/main" id="{6ABF4444-819A-489E-ABAB-5CAF71B14FCB}"/>
              </a:ext>
            </a:extLst>
          </p:cNvPr>
          <p:cNvSpPr>
            <a:spLocks noGrp="1"/>
          </p:cNvSpPr>
          <p:nvPr>
            <p:ph idx="1"/>
          </p:nvPr>
        </p:nvSpPr>
        <p:spPr/>
        <p:txBody>
          <a:bodyPr>
            <a:normAutofit fontScale="70000" lnSpcReduction="20000"/>
          </a:bodyPr>
          <a:lstStyle/>
          <a:p>
            <a:r>
              <a:rPr lang="nl-NL" dirty="0"/>
              <a:t>Om een melding te updaten gebruik je Method Put in de http </a:t>
            </a:r>
            <a:r>
              <a:rPr lang="nl-NL" dirty="0" err="1"/>
              <a:t>request</a:t>
            </a:r>
            <a:endParaRPr lang="nl-NL" dirty="0"/>
          </a:p>
          <a:p>
            <a:r>
              <a:rPr lang="nl-NL" dirty="0"/>
              <a:t>Je kunt in de body JSON tekst op 1 regel zetten om de velden nieuwe waarden te geven</a:t>
            </a:r>
          </a:p>
          <a:p>
            <a:endParaRPr lang="nl-NL" dirty="0"/>
          </a:p>
          <a:p>
            <a:r>
              <a:rPr lang="nl-NL" dirty="0"/>
              <a:t>Aanroep: "https://smallsteps.topdesk.net/tas/api/incidents/number/"+number</a:t>
            </a:r>
          </a:p>
          <a:p>
            <a:r>
              <a:rPr lang="nl-NL" dirty="0"/>
              <a:t>JSON code body voorbeeld:</a:t>
            </a:r>
            <a:br>
              <a:rPr lang="nl-NL" dirty="0"/>
            </a:br>
            <a:r>
              <a:rPr lang="nl-NL" dirty="0"/>
              <a:t>"{""operator"" : { ""</a:t>
            </a:r>
            <a:r>
              <a:rPr lang="nl-NL" dirty="0" err="1"/>
              <a:t>id</a:t>
            </a:r>
            <a:r>
              <a:rPr lang="nl-NL" dirty="0"/>
              <a:t>"" : """+</a:t>
            </a:r>
            <a:r>
              <a:rPr lang="nl-NL" dirty="0" err="1"/>
              <a:t>behandelaarID</a:t>
            </a:r>
            <a:r>
              <a:rPr lang="nl-NL" dirty="0"/>
              <a:t>+""" }}“</a:t>
            </a:r>
          </a:p>
          <a:p>
            <a:r>
              <a:rPr lang="nl-NL" dirty="0"/>
              <a:t>In de </a:t>
            </a:r>
            <a:r>
              <a:rPr lang="nl-NL" dirty="0" err="1"/>
              <a:t>Topdesk</a:t>
            </a:r>
            <a:r>
              <a:rPr lang="nl-NL" dirty="0"/>
              <a:t> handleiding zie je een enkele dubbele quote staan. Maar omdat in </a:t>
            </a:r>
            <a:r>
              <a:rPr lang="nl-NL" dirty="0" err="1"/>
              <a:t>UIPath</a:t>
            </a:r>
            <a:r>
              <a:rPr lang="nl-NL" dirty="0"/>
              <a:t> alles tussen dubbele quotes komt te staan gebruiken we twee dubbele quotes om 1 dubbele quote aan te geven.</a:t>
            </a:r>
          </a:p>
          <a:p>
            <a:r>
              <a:rPr lang="nl-NL" dirty="0"/>
              <a:t>Een iets complexere JSON body voorbeeld:</a:t>
            </a:r>
            <a:br>
              <a:rPr lang="nl-NL" dirty="0"/>
            </a:br>
            <a:r>
              <a:rPr lang="nl-NL" dirty="0"/>
              <a:t>"{""</a:t>
            </a:r>
            <a:r>
              <a:rPr lang="nl-NL" dirty="0" err="1"/>
              <a:t>category</a:t>
            </a:r>
            <a:r>
              <a:rPr lang="nl-NL" dirty="0"/>
              <a:t>"" : { ""name"" : """+</a:t>
            </a:r>
            <a:r>
              <a:rPr lang="nl-NL" dirty="0" err="1"/>
              <a:t>category</a:t>
            </a:r>
            <a:r>
              <a:rPr lang="nl-NL" dirty="0"/>
              <a:t>+""" },""</a:t>
            </a:r>
            <a:r>
              <a:rPr lang="nl-NL" dirty="0" err="1"/>
              <a:t>subcategory</a:t>
            </a:r>
            <a:r>
              <a:rPr lang="nl-NL" dirty="0"/>
              <a:t>"" : { ""name"" : """+</a:t>
            </a:r>
            <a:r>
              <a:rPr lang="nl-NL" dirty="0" err="1"/>
              <a:t>subcategory</a:t>
            </a:r>
            <a:r>
              <a:rPr lang="nl-NL" dirty="0"/>
              <a:t>+""" }}“</a:t>
            </a:r>
            <a:br>
              <a:rPr lang="nl-NL" dirty="0"/>
            </a:br>
            <a:r>
              <a:rPr lang="nl-NL" dirty="0"/>
              <a:t>Hier wordt de </a:t>
            </a:r>
            <a:r>
              <a:rPr lang="nl-NL" dirty="0" err="1"/>
              <a:t>subcategory</a:t>
            </a:r>
            <a:r>
              <a:rPr lang="nl-NL" dirty="0"/>
              <a:t> (en </a:t>
            </a:r>
            <a:r>
              <a:rPr lang="nl-NL" dirty="0" err="1"/>
              <a:t>category</a:t>
            </a:r>
            <a:r>
              <a:rPr lang="nl-NL" dirty="0"/>
              <a:t>) gezet. De </a:t>
            </a:r>
            <a:r>
              <a:rPr lang="nl-NL" dirty="0" err="1"/>
              <a:t>category</a:t>
            </a:r>
            <a:r>
              <a:rPr lang="nl-NL" dirty="0"/>
              <a:t> is hierbij nodig omdat een </a:t>
            </a:r>
            <a:r>
              <a:rPr lang="nl-NL" dirty="0" err="1"/>
              <a:t>subcategory</a:t>
            </a:r>
            <a:r>
              <a:rPr lang="nl-NL" dirty="0"/>
              <a:t> niet uniek is qua naam (komt voor bij meerdere </a:t>
            </a:r>
            <a:r>
              <a:rPr lang="nl-NL" dirty="0" err="1"/>
              <a:t>categorien</a:t>
            </a:r>
            <a:r>
              <a:rPr lang="nl-NL" dirty="0"/>
              <a:t>).</a:t>
            </a:r>
            <a:br>
              <a:rPr lang="nl-NL" dirty="0"/>
            </a:br>
            <a:r>
              <a:rPr lang="nl-NL" dirty="0"/>
              <a:t>Zet in de http </a:t>
            </a:r>
            <a:r>
              <a:rPr lang="nl-NL" dirty="0" err="1"/>
              <a:t>request</a:t>
            </a:r>
            <a:r>
              <a:rPr lang="nl-NL" dirty="0"/>
              <a:t> de </a:t>
            </a:r>
            <a:r>
              <a:rPr lang="nl-NL" dirty="0" err="1"/>
              <a:t>BodyFormat</a:t>
            </a:r>
            <a:r>
              <a:rPr lang="nl-NL" dirty="0"/>
              <a:t> op </a:t>
            </a:r>
            <a:r>
              <a:rPr lang="nl-NL" dirty="0" err="1"/>
              <a:t>application</a:t>
            </a:r>
            <a:r>
              <a:rPr lang="nl-NL" dirty="0"/>
              <a:t>/</a:t>
            </a:r>
            <a:r>
              <a:rPr lang="nl-NL" dirty="0" err="1"/>
              <a:t>json</a:t>
            </a:r>
            <a:endParaRPr lang="nl-NL" dirty="0"/>
          </a:p>
        </p:txBody>
      </p:sp>
    </p:spTree>
    <p:extLst>
      <p:ext uri="{BB962C8B-B14F-4D97-AF65-F5344CB8AC3E}">
        <p14:creationId xmlns:p14="http://schemas.microsoft.com/office/powerpoint/2010/main" val="3724793911"/>
      </p:ext>
    </p:extLst>
  </p:cSld>
  <p:clrMapOvr>
    <a:masterClrMapping/>
  </p:clrMapOvr>
</p:sld>
</file>

<file path=ppt/theme/theme1.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_Template_KF.pptx" id="{73E25434-ECBA-425A-8239-58204D6472DE}" vid="{D508BA4F-4FCE-4F6A-8F00-9D4E278B8200}"/>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PowerPoint_Template_KF</Template>
  <TotalTime>59</TotalTime>
  <Words>242</Words>
  <Application>Microsoft Office PowerPoint</Application>
  <PresentationFormat>Breedbeeld</PresentationFormat>
  <Paragraphs>38</Paragraphs>
  <Slides>6</Slides>
  <Notes>0</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6</vt:i4>
      </vt:variant>
    </vt:vector>
  </HeadingPairs>
  <TitlesOfParts>
    <vt:vector size="10" baseType="lpstr">
      <vt:lpstr>Arial</vt:lpstr>
      <vt:lpstr>Calibri</vt:lpstr>
      <vt:lpstr>Calibri Light</vt:lpstr>
      <vt:lpstr>Kantoorthema</vt:lpstr>
      <vt:lpstr>PowerPoint-presentatie</vt:lpstr>
      <vt:lpstr>Waar staat Topdesk API documentatie?</vt:lpstr>
      <vt:lpstr>Een lijst van meldingen opvragen</vt:lpstr>
      <vt:lpstr>FindID - operatorID</vt:lpstr>
      <vt:lpstr>Een selectie van meldingen krijgen</vt:lpstr>
      <vt:lpstr>Een melding updaten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John Posthuma</dc:creator>
  <cp:lastModifiedBy>John Posthuma</cp:lastModifiedBy>
  <cp:revision>5</cp:revision>
  <dcterms:created xsi:type="dcterms:W3CDTF">2019-09-14T17:15:23Z</dcterms:created>
  <dcterms:modified xsi:type="dcterms:W3CDTF">2019-09-14T18:14:44Z</dcterms:modified>
</cp:coreProperties>
</file>